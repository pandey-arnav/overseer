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1408" y="822960"/>
            <a:ext cx="1836115" cy="274320"/>
          </a:xfrm>
          <a:prstGeom prst="roundRect">
            <a:avLst>
              <a:gd name="adj" fmla="val 16667"/>
            </a:avLst>
          </a:prstGeom>
          <a:solidFill>
            <a:srgbClr val="2A210A"/>
          </a:solidFill>
          <a:ln/>
        </p:spPr>
      </p:sp>
      <p:sp>
        <p:nvSpPr>
          <p:cNvPr id="3" name="Text 1"/>
          <p:cNvSpPr/>
          <p:nvPr/>
        </p:nvSpPr>
        <p:spPr>
          <a:xfrm>
            <a:off x="4861408" y="822960"/>
            <a:ext cx="1836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— SAFETY TRACK</a:t>
            </a:r>
            <a:endParaRPr lang="en-US" sz="1100" dirty="0"/>
          </a:p>
        </p:txBody>
      </p:sp>
      <p:pic>
        <p:nvPicPr>
          <p:cNvPr id="4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463040"/>
            <a:ext cx="1554480" cy="1197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243824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background protection against scam and phishing links.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61208" y="4343400"/>
            <a:ext cx="82296" cy="82296"/>
          </a:xfrm>
          <a:prstGeom prst="ellipse">
            <a:avLst/>
          </a:prstGeom>
          <a:solidFill>
            <a:srgbClr val="33D6A6"/>
          </a:solidFill>
          <a:ln/>
        </p:spPr>
      </p:sp>
      <p:sp>
        <p:nvSpPr>
          <p:cNvPr id="8" name="Text 5"/>
          <p:cNvSpPr/>
          <p:nvPr/>
        </p:nvSpPr>
        <p:spPr>
          <a:xfrm>
            <a:off x="3352648" y="42245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to use  —  no subscription, no paywalled protection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links move faster than warnings do.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688336"/>
            <a:ext cx="82296" cy="82296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7" name="Text 4"/>
          <p:cNvSpPr/>
          <p:nvPr/>
        </p:nvSpPr>
        <p:spPr>
          <a:xfrm>
            <a:off x="896112" y="253288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arrive in texts, DMs, emails, and comments — not just shady websites.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465576"/>
            <a:ext cx="82296" cy="82296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331012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blocklists take time to catch up; scam domains rotate fast.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242816"/>
            <a:ext cx="82296" cy="82296"/>
          </a:xfrm>
          <a:prstGeom prst="ellipse">
            <a:avLst/>
          </a:prstGeom>
          <a:solidFill>
            <a:srgbClr val="FF4B2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408736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a link gets flagged, plenty of people have already clicked 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0" y="1371600"/>
            <a:ext cx="4754880" cy="4206240"/>
          </a:xfrm>
          <a:prstGeom prst="roundRect">
            <a:avLst>
              <a:gd name="adj" fmla="val 1739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OVERSEER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21031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2103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4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secure-bankonline-verify.com/login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13232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identical to the real login page. No warning shown.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32320" y="3474720"/>
            <a:ext cx="4206240" cy="0"/>
          </a:xfrm>
          <a:prstGeom prst="line">
            <a:avLst/>
          </a:prstGeom>
          <a:noFill/>
          <a:ln w="12700">
            <a:solidFill>
              <a:srgbClr val="262C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13232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had already been scammed by this link before it was ever flagged.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31089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16343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10896"/>
            <a:ext cx="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ARMED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quiet pipeline, four steps.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003908" y="24688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9" name="Image 1" descr="/home/claude/pptx_assets/icon_grap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725" y="260969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8088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clicked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0080" y="27249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C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518508" y="24688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3" name="Image 2" descr="/home/claude/pptx_assets/icon_gu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25" y="2609698"/>
            <a:ext cx="358445" cy="35844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72688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scam list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community reports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894680" y="27249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C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7033108" y="24688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7" name="Image 3" descr="/home/claude/pptx_assets/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925" y="2609698"/>
            <a:ext cx="358445" cy="35844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87288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scored by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AI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409280" y="27249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C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9547708" y="24688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21" name="Image 4" descr="/home/claude/pptx_assets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525" y="2609698"/>
            <a:ext cx="358445" cy="35844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01888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Warned or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804008" y="4937760"/>
            <a:ext cx="6583680" cy="640080"/>
          </a:xfrm>
          <a:prstGeom prst="roundRect">
            <a:avLst>
              <a:gd name="adj" fmla="val 8571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032608" y="49377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verdict: risk 97%  </a:t>
            </a:r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BLOCKED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ACTUALLY RUNNING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systems, one pipeline.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48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9216" y="23500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8" name="Image 1" descr="/home/claude/pptx_assets/icon_gu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00" y="24505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9216" y="292608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Guard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39216" y="324612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links as you click them. Not a dashboard you have to babysit.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33008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34176" y="23500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3" name="Image 2" descr="/home/claude/pptx_assets/icon_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2450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34176" y="292608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Graph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34176" y="324612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scattered signals into the full story of why a link was flagged.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38048" y="41605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39216" y="43616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8" name="Image 3" descr="/home/claude/pptx_assets/icon_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0" y="446227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9216" y="493776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+ AI Risk Engine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39216" y="525780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rules catch known scams; AI reasons through anything new.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33008" y="41605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34176" y="43616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23" name="Image 4" descr="/home/claude/pptx_assets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446227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34176" y="493776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Enforcement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34176" y="525780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you or blocks the link outright, before you'd notice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kinds of links it catches.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23748" y="21488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4916" y="23500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8" name="Image 1" descr="/home/claude/pptx_assets/icon_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00" y="24505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4916" y="292608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Cloned bank &amp; login links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24916" y="324612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that copy a real bank or brokerage login pixel-for-pixel.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81348" y="21488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82516" y="23500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3" name="Image 2" descr="/home/claude/pptx_assets/icon_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00" y="2450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82516" y="292608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checkout links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82516" y="324612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pages that redirect through a lookalike gateway.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38948" y="21488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40116" y="23500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8" name="Image 3" descr="/home/claude/pptx_assets/icon_co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700" y="245059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0116" y="292608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&amp; investment scams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40116" y="324612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"Double your money" links shared in DMs and comments.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23748" y="42519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4916" y="44531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23" name="Image 4" descr="/home/claude/pptx_assets/icon_zigz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00" y="455371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4916" y="502920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redirect chains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24916" y="5349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that bounce through domains to hide the real destination.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81348" y="42519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82516" y="44531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28" name="Image 5" descr="/home/claude/pptx_assets/icon_gi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00" y="4553712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82516" y="502920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giveaway links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82516" y="5349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won" links designed to harvest card details.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038948" y="42519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240116" y="44531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33" name="Image 6" descr="/home/claude/pptx_assets/icon_peo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700" y="4553712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40116" y="502920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Community-reported links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240116" y="5349240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another user has flagged, even before any watchlist.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REPORTS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by someone. Blocked for everyone.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land on a scam link, flag it in a few seconds. The next person who clicks it gets warned automatically.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4846320" cy="3657600"/>
          </a:xfrm>
          <a:prstGeom prst="roundRect">
            <a:avLst>
              <a:gd name="adj" fmla="val 2000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" y="28163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9" name="Image 1" descr="/home/claude/pptx_assets/icon_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91693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link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914400" y="3749040"/>
            <a:ext cx="4297680" cy="411480"/>
          </a:xfrm>
          <a:prstGeom prst="roundRect">
            <a:avLst>
              <a:gd name="adj" fmla="val 11111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97280" y="3749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HAPPENED?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14400" y="4617720"/>
            <a:ext cx="1046074" cy="274320"/>
          </a:xfrm>
          <a:prstGeom prst="roundRect">
            <a:avLst>
              <a:gd name="adj" fmla="val 16667"/>
            </a:avLst>
          </a:prstGeom>
          <a:solidFill>
            <a:srgbClr val="4A2318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4617720"/>
            <a:ext cx="1046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Scam / Fraud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070202" y="4617720"/>
            <a:ext cx="782726" cy="274320"/>
          </a:xfrm>
          <a:prstGeom prst="roundRect">
            <a:avLst>
              <a:gd name="adj" fmla="val 16667"/>
            </a:avLst>
          </a:prstGeom>
          <a:solidFill>
            <a:srgbClr val="171C24"/>
          </a:solidFill>
          <a:ln/>
        </p:spPr>
      </p:sp>
      <p:sp>
        <p:nvSpPr>
          <p:cNvPr id="18" name="Text 14"/>
          <p:cNvSpPr/>
          <p:nvPr/>
        </p:nvSpPr>
        <p:spPr>
          <a:xfrm>
            <a:off x="2070202" y="4617720"/>
            <a:ext cx="7827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Phishing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962656" y="4617720"/>
            <a:ext cx="1111910" cy="274320"/>
          </a:xfrm>
          <a:prstGeom prst="roundRect">
            <a:avLst>
              <a:gd name="adj" fmla="val 16667"/>
            </a:avLst>
          </a:prstGeom>
          <a:solidFill>
            <a:srgbClr val="171C24"/>
          </a:solidFill>
          <a:ln/>
        </p:spPr>
      </p:sp>
      <p:sp>
        <p:nvSpPr>
          <p:cNvPr id="20" name="Text 16"/>
          <p:cNvSpPr/>
          <p:nvPr/>
        </p:nvSpPr>
        <p:spPr>
          <a:xfrm>
            <a:off x="2962656" y="461772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checkout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84294" y="4617720"/>
            <a:ext cx="585216" cy="274320"/>
          </a:xfrm>
          <a:prstGeom prst="roundRect">
            <a:avLst>
              <a:gd name="adj" fmla="val 16667"/>
            </a:avLst>
          </a:prstGeom>
          <a:solidFill>
            <a:srgbClr val="171C24"/>
          </a:solidFill>
          <a:ln/>
        </p:spPr>
      </p:sp>
      <p:sp>
        <p:nvSpPr>
          <p:cNvPr id="22" name="Text 18"/>
          <p:cNvSpPr/>
          <p:nvPr/>
        </p:nvSpPr>
        <p:spPr>
          <a:xfrm>
            <a:off x="4184294" y="461772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914400" y="5166360"/>
            <a:ext cx="4297680" cy="457200"/>
          </a:xfrm>
          <a:prstGeom prst="roundRect">
            <a:avLst>
              <a:gd name="adj" fmla="val 12000"/>
            </a:avLst>
          </a:prstGeom>
          <a:solidFill>
            <a:srgbClr val="FF4B2B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5166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 report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14400" y="5715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 or sign-up needed. Reviewed automatically within minutes.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806440" y="2560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COMMUNITY REPORTS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806440" y="2926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secure-bankonline-verify[.]com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966960" y="2926080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163430"/>
          </a:solidFill>
          <a:ln/>
        </p:spPr>
      </p:sp>
      <p:sp>
        <p:nvSpPr>
          <p:cNvPr id="29" name="Text 25"/>
          <p:cNvSpPr/>
          <p:nvPr/>
        </p:nvSpPr>
        <p:spPr>
          <a:xfrm>
            <a:off x="9966960" y="292608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806440" y="32186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reports — cloned login page.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806440" y="3639312"/>
            <a:ext cx="576072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806440" y="3794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quick-crypto-doubler[.]net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966960" y="3794760"/>
            <a:ext cx="651053" cy="274320"/>
          </a:xfrm>
          <a:prstGeom prst="roundRect">
            <a:avLst>
              <a:gd name="adj" fmla="val 16667"/>
            </a:avLst>
          </a:prstGeom>
          <a:solidFill>
            <a:srgbClr val="2A210A"/>
          </a:solidFill>
          <a:ln/>
        </p:spPr>
      </p:sp>
      <p:sp>
        <p:nvSpPr>
          <p:cNvPr id="34" name="Text 30"/>
          <p:cNvSpPr/>
          <p:nvPr/>
        </p:nvSpPr>
        <p:spPr>
          <a:xfrm>
            <a:off x="9966960" y="3794760"/>
            <a:ext cx="65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806440" y="40873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reports — fake crypto doubling.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806440" y="4507992"/>
            <a:ext cx="576072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0644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prize-claim-fast[.]info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9966960" y="4663440"/>
            <a:ext cx="848563" cy="274320"/>
          </a:xfrm>
          <a:prstGeom prst="roundRect">
            <a:avLst>
              <a:gd name="adj" fmla="val 16667"/>
            </a:avLst>
          </a:prstGeom>
          <a:solidFill>
            <a:srgbClr val="163430"/>
          </a:solidFill>
          <a:ln/>
        </p:spPr>
      </p:sp>
      <p:sp>
        <p:nvSpPr>
          <p:cNvPr id="39" name="Text 35"/>
          <p:cNvSpPr/>
          <p:nvPr/>
        </p:nvSpPr>
        <p:spPr>
          <a:xfrm>
            <a:off x="9966960" y="466344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CONFIRMED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806440" y="49560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reports — fake sweepstakes.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806440" y="5376672"/>
            <a:ext cx="576072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806440" y="5532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invoice-payment-update[.]com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9966960" y="5532120"/>
            <a:ext cx="651053" cy="274320"/>
          </a:xfrm>
          <a:prstGeom prst="roundRect">
            <a:avLst>
              <a:gd name="adj" fmla="val 16667"/>
            </a:avLst>
          </a:prstGeom>
          <a:solidFill>
            <a:srgbClr val="2A210A"/>
          </a:solidFill>
          <a:ln/>
        </p:spPr>
      </p:sp>
      <p:sp>
        <p:nvSpPr>
          <p:cNvPr id="44" name="Text 40"/>
          <p:cNvSpPr/>
          <p:nvPr/>
        </p:nvSpPr>
        <p:spPr>
          <a:xfrm>
            <a:off x="9966960" y="5532120"/>
            <a:ext cx="651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5806440" y="58247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reports — fake invoice redirect.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5806440" y="6245352"/>
            <a:ext cx="576072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914400" y="31089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4A2318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10896"/>
            <a:ext cx="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APP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it stopped.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feed to babysit — open Overseer after the fact and get the full story in plain language.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514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43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205740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97680" y="2788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9768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14400" y="3749040"/>
            <a:ext cx="493776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822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377440" y="38221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Cloned Bank Login Link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4400" y="4434840"/>
            <a:ext cx="493776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4507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377440" y="45079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link led to a page that copied your bank's login exactly, and 214 other users had already reported it as a scam.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14400" y="5394960"/>
            <a:ext cx="493776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5468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DID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377440" y="54681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the page from loading and warned you before it opened.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RECENT ACTIVITY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TODAY, 9:14 AM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332720" y="2862072"/>
            <a:ext cx="716890" cy="274320"/>
          </a:xfrm>
          <a:prstGeom prst="roundRect">
            <a:avLst>
              <a:gd name="adj" fmla="val 16667"/>
            </a:avLst>
          </a:prstGeom>
          <a:solidFill>
            <a:srgbClr val="163430"/>
          </a:solidFill>
          <a:ln/>
        </p:spPr>
      </p:sp>
      <p:sp>
        <p:nvSpPr>
          <p:cNvPr id="26" name="Text 23"/>
          <p:cNvSpPr/>
          <p:nvPr/>
        </p:nvSpPr>
        <p:spPr>
          <a:xfrm>
            <a:off x="10332720" y="2862072"/>
            <a:ext cx="71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492240" y="3118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 cloned bank login link before it opened.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92240" y="3502152"/>
            <a:ext cx="502920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332720" y="3639312"/>
            <a:ext cx="716890" cy="274320"/>
          </a:xfrm>
          <a:prstGeom prst="roundRect">
            <a:avLst>
              <a:gd name="adj" fmla="val 16667"/>
            </a:avLst>
          </a:prstGeom>
          <a:solidFill>
            <a:srgbClr val="163430"/>
          </a:solidFill>
          <a:ln/>
        </p:spPr>
      </p:sp>
      <p:sp>
        <p:nvSpPr>
          <p:cNvPr id="31" name="Text 28"/>
          <p:cNvSpPr/>
          <p:nvPr/>
        </p:nvSpPr>
        <p:spPr>
          <a:xfrm>
            <a:off x="10332720" y="3639312"/>
            <a:ext cx="71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492240" y="38953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Warned about a crypto "doubling" link from a group chat.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92240" y="4279392"/>
            <a:ext cx="502920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MONDAY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332720" y="4416552"/>
            <a:ext cx="716890" cy="274320"/>
          </a:xfrm>
          <a:prstGeom prst="roundRect">
            <a:avLst>
              <a:gd name="adj" fmla="val 16667"/>
            </a:avLst>
          </a:prstGeom>
          <a:solidFill>
            <a:srgbClr val="2A210A"/>
          </a:solidFill>
          <a:ln/>
        </p:spPr>
      </p:sp>
      <p:sp>
        <p:nvSpPr>
          <p:cNvPr id="36" name="Text 33"/>
          <p:cNvSpPr/>
          <p:nvPr/>
        </p:nvSpPr>
        <p:spPr>
          <a:xfrm>
            <a:off x="10332720" y="4416552"/>
            <a:ext cx="71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492240" y="46725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a giveaway link with only a few reports so far.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92240" y="5056632"/>
            <a:ext cx="502920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2240" y="5212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WEEK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0332720" y="5193792"/>
            <a:ext cx="716890" cy="274320"/>
          </a:xfrm>
          <a:prstGeom prst="roundRect">
            <a:avLst>
              <a:gd name="adj" fmla="val 16667"/>
            </a:avLst>
          </a:prstGeom>
          <a:solidFill>
            <a:srgbClr val="163430"/>
          </a:solidFill>
          <a:ln/>
        </p:spPr>
      </p:sp>
      <p:sp>
        <p:nvSpPr>
          <p:cNvPr id="41" name="Text 38"/>
          <p:cNvSpPr/>
          <p:nvPr/>
        </p:nvSpPr>
        <p:spPr>
          <a:xfrm>
            <a:off x="10332720" y="5193792"/>
            <a:ext cx="71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D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492240" y="5449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a link 340 people had already reported.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92240" y="5833872"/>
            <a:ext cx="5029200" cy="0"/>
          </a:xfrm>
          <a:prstGeom prst="line">
            <a:avLst/>
          </a:prstGeom>
          <a:noFill/>
          <a:ln w="9525">
            <a:solidFill>
              <a:srgbClr val="262C3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BUILT THIS WAY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without the babysitting.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security tools ask you to watch a live feed. Overseer is built around the opposite idea.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0868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2036" y="2715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9" name="Image 1" descr="/home/claude/pptx_assets/icon_d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20" y="28163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2036" y="32918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 to babysit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2036" y="36118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leave open on a second monitor. Overseer isn't a feed you're expected to watch.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35628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36796" y="2715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4" name="Image 2" descr="/home/claude/pptx_assets/icon_gu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80" y="281635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6796" y="32918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continuously scanning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36796" y="36118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steps in around specific moments — a link click — not your whole browsing session.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30388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31556" y="2715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71C24"/>
          </a:solidFill>
          <a:ln w="9525">
            <a:solidFill>
              <a:srgbClr val="262C36"/>
            </a:solidFill>
            <a:prstDash val="solid"/>
          </a:ln>
        </p:spPr>
      </p:sp>
      <p:pic>
        <p:nvPicPr>
          <p:cNvPr id="19" name="Image 3" descr="/home/claude/pptx_assets/icon_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140" y="2816352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1556" y="3291840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every action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331556" y="3611880"/>
            <a:ext cx="3118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warning or block comes with a plain-language reason, not just a red banner.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384048" cy="297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3017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547208" y="1005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0" y="12801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plan. It's free.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subscription. No premium tier. Nothing held back behind a paywall.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12568" y="2377440"/>
            <a:ext cx="6766560" cy="3749040"/>
          </a:xfrm>
          <a:prstGeom prst="roundRect">
            <a:avLst>
              <a:gd name="adj" fmla="val 2439"/>
            </a:avLst>
          </a:prstGeom>
          <a:solidFill>
            <a:srgbClr val="12161D"/>
          </a:solidFill>
          <a:ln w="9525">
            <a:solidFill>
              <a:srgbClr val="262C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2697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pPr algn="ctr"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forever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install gets the full system from day one.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261208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53816" y="4069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Guard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61608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54216" y="40690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Graph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261208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553816" y="45262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+ AI Risk Engine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61608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54216" y="45262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Enforcement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261208" y="4983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53816" y="49834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unlimited scam links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61608" y="4983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754216" y="498348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Community-reported warnings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assets/ey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048" y="1737360"/>
            <a:ext cx="1371600" cy="10561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9718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E7E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3703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watch every second. Catches the moment that matters.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195371" y="4343400"/>
            <a:ext cx="1148486" cy="310896"/>
          </a:xfrm>
          <a:prstGeom prst="roundRect">
            <a:avLst>
              <a:gd name="adj" fmla="val 14706"/>
            </a:avLst>
          </a:prstGeom>
          <a:ln w="9525">
            <a:solidFill>
              <a:srgbClr val="262C3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95371" y="4343400"/>
            <a:ext cx="11484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FOREVER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08449" y="4343400"/>
            <a:ext cx="1291133" cy="310896"/>
          </a:xfrm>
          <a:prstGeom prst="roundRect">
            <a:avLst>
              <a:gd name="adj" fmla="val 14706"/>
            </a:avLst>
          </a:prstGeom>
          <a:ln w="9525">
            <a:solidFill>
              <a:srgbClr val="262C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8449" y="4343400"/>
            <a:ext cx="12911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APP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64174" y="4343400"/>
            <a:ext cx="1362456" cy="310896"/>
          </a:xfrm>
          <a:prstGeom prst="roundRect">
            <a:avLst>
              <a:gd name="adj" fmla="val 14706"/>
            </a:avLst>
          </a:prstGeom>
          <a:ln w="9525">
            <a:solidFill>
              <a:srgbClr val="262C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64174" y="434340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ON DEMAND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91222" y="4343400"/>
            <a:ext cx="1505102" cy="310896"/>
          </a:xfrm>
          <a:prstGeom prst="roundRect">
            <a:avLst>
              <a:gd name="adj" fmla="val 14706"/>
            </a:avLst>
          </a:prstGeom>
          <a:ln w="9525">
            <a:solidFill>
              <a:srgbClr val="262C3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1222" y="4343400"/>
            <a:ext cx="15051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7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 REPORTS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2026-08-02T21:03:55Z</dcterms:created>
  <dcterms:modified xsi:type="dcterms:W3CDTF">2026-08-02T21:03:55Z</dcterms:modified>
</cp:coreProperties>
</file>